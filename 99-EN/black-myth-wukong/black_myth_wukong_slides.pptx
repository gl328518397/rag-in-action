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9FAFB"/>
                </a:solidFill>
              </a:defRPr>
            </a:pPr>
            <a:r>
              <a:t>Black Myth: Wukong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E5E7EB"/>
                </a:solidFill>
              </a:defRPr>
            </a:pPr>
            <a:r>
              <a:t>Face Destiny</a:t>
            </a:r>
          </a:p>
          <a:p>
            <a:pPr>
              <a:spcAft>
                <a:spcPts val="1200"/>
              </a:spcAft>
              <a:defRPr sz="2400">
                <a:solidFill>
                  <a:srgbClr val="E5E7EB"/>
                </a:solidFill>
              </a:defRPr>
            </a:pPr>
            <a:r>
              <a:t>An action RPG inspired by Journey to the West.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1264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English localization sample for Practical RAG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9FAFB"/>
                </a:solidFill>
              </a:defRPr>
            </a:pPr>
            <a:r>
              <a:t>Prologue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E5E7EB"/>
                </a:solidFill>
              </a:defRPr>
            </a:pPr>
            <a:r>
              <a:t>The player becomes the Destined One, a monkey warrior searching for the truth behind an old legend.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1264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English localization sample for Practical RAG 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9FAFB"/>
                </a:solidFill>
              </a:defRPr>
            </a:pPr>
            <a:r>
              <a:t>Source of the Myth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E5E7EB"/>
                </a:solidFill>
              </a:defRPr>
            </a:pPr>
            <a:r>
              <a:t>The game adapts characters, places, and spiritual ideas from the 16th-century Chinese novel Journey to the West.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1264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English localization sample for Practical RAG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9FAFB"/>
                </a:solidFill>
              </a:defRPr>
            </a:pPr>
            <a:r>
              <a:t>Journey Begins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E5E7EB"/>
                </a:solidFill>
              </a:defRPr>
            </a:pPr>
            <a:r>
              <a:t>Players revisit mythic landscapes, fight demons, collect relics, and reshape the ending of the legend.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1264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English localization sample for Practical RAG examples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9FAFB"/>
                </a:solidFill>
              </a:defRPr>
            </a:pPr>
            <a:r>
              <a:t>The Destined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E5E7EB"/>
                </a:solidFill>
              </a:defRPr>
            </a:pPr>
            <a:r>
              <a:t>The protagonist uses staff techniques, spells, transformations, and courage to face a world filled with gods and monsters.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1264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</a:defRPr>
            </a:pPr>
            <a:r>
              <a:t>English localization sample for Practical RAG examples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